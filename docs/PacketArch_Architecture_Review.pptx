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PacketArch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00A6A6"/>
                </a:solidFill>
                <a:latin typeface="Calibri"/>
              </a:rPr>
              <a:t>Architecture &amp; Deployment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49039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4F6F8"/>
                </a:solidFill>
                <a:latin typeface="Calibri"/>
              </a:rPr>
              <a:t>OT Traffic Simulation Platform — Executive Walk-through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179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github.com/ip-aegis/PacketArch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7375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What PacketArch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A one-page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00A6A6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333F4E"/>
                </a:solidFill>
                <a:latin typeface="Calibri"/>
              </a:rPr>
              <a:t>Generate realistic OT / ICS network traffic on demand — for training, testing, and validation of security tools such as Cisco Cyber Vision.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3703320" cy="3108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370332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338328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F4E"/>
                </a:solidFill>
                <a:latin typeface="Calibri"/>
              </a:rPr>
              <a:t>Drag-and-drop scenario studio: zones, devices, protocol flows on an xyflow canvas.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011680"/>
            <a:ext cx="3703320" cy="3108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011680"/>
            <a:ext cx="3703320" cy="502920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84831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51760"/>
            <a:ext cx="338328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F4E"/>
                </a:solidFill>
                <a:latin typeface="Calibri"/>
              </a:rPr>
              <a:t>22+ OT protocols, 295 vendor fingerprints, process simulation, adaptive timing, attack playbooks.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2011680"/>
            <a:ext cx="3703320" cy="3108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2011680"/>
            <a:ext cx="3703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084831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Deliver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651760"/>
            <a:ext cx="338328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F4E"/>
                </a:solidFill>
                <a:latin typeface="Calibri"/>
              </a:rPr>
              <a:t>PCAP export for offline use, or live injection via remote agents phoning home over WebSocket.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577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Used for: security tool validation, OT SOC analyst training, procurement demos, compliance testing (IEC 62443 conduits).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PacketArch — Architecture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7375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Three tiers + remote data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00A6A6"/>
                </a:solidFill>
                <a:latin typeface="Calibr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064240" cy="7315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Browser — React 19 SPA (Vite, TypeScript, Ant Design, xyflow canvas, Zustand, TanStack Query)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11064240" cy="640080"/>
          </a:xfrm>
          <a:prstGeom prst="rect">
            <a:avLst/>
          </a:prstGeom>
          <a:solidFill>
            <a:srgbClr val="33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67712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Edge — Nginx (HTTPS / HTTP/2, self-signed TLS, WebSocket proxy, SPA fallback)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80360"/>
            <a:ext cx="5394960" cy="2377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Calibri"/>
              </a:rP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64992"/>
            <a:ext cx="50292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FastAPI (async) — 25+ routers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Celery worker — PCAP &amp; deployment jobs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MCP server — JSON-RPC + SSE for Claude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Agent hub — WebSocket /ws/agent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Protocol engines (shared with agent)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880360"/>
            <a:ext cx="5486400" cy="23774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999232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364992"/>
            <a:ext cx="50292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PostgreSQL + TimescaleDB 15 (async, SQLAlchemy 2.0, Alembic)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Redis 7 — Celery broker + cache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Volumes: pcap_uploads, pcap_output, ssl_certs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Secrets: .env (server-init.sh), JWT HS256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504688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Remote Traffic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70448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Python 3.12 container, network_mode=host, CAP_NET_ADMIN/RAW. Phones home over WebSocket — no inbound ports. Ships with shared protocol_engines.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PacketArch — Architecture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7375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Versions pinned in pyproject.toml / package.json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00A6A6"/>
                </a:solidFill>
                <a:latin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3749039" cy="5029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88720"/>
            <a:ext cx="3749039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61872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34747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Python 3.11 · FastAPI 0.109 · Uvicorn 0.27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SQLAlchemy 2.0 async · asyncpg · Alembic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Celery 5.3 · Redis 7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Pydantic 2.5 · python-statemachine 2.1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Scapy 2.5 · NumPy / SciPy (process sim)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Anthropic SDK 0.79 · httpx · ldap3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188720"/>
            <a:ext cx="3749039" cy="5029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188720"/>
            <a:ext cx="3749039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261872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4747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React 19.2 · TypeScript 5.9 (strict)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Vite 7.2 · React Router 7.6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Ant Design 5.24 · @xyflow/react 12.6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Zustand 5 · TanStack Query 5.72 · Axios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Recharts · react-markdown · Zod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ESLint 9 · Vitest 4 · MSW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188720"/>
            <a:ext cx="3749039" cy="5029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1188720"/>
            <a:ext cx="3749039" cy="502920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261872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Platform &amp; 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828800"/>
            <a:ext cx="34747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Docker + docker-compose 2.32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Nginx alpine (TLS termination, HTTP/2)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PostgreSQL 15 + TimescaleDB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Poetry · pnpm · pre-commit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Ruff · Black · mypy · pytest-asyncio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GitHub Actions CI + rsync 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3550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Single-language per tier, modern versions across the board; no legacy Python 2, no AngularJS, no jQuery.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PacketArch — Architecture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Technology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7375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Backend — FastAPI Monolith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app/main.py registers 25+ routers + lifespan 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00A6A6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Subsystems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548640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api/routes/</a:t>
            </a:r>
            <a:r>
              <a:rPr sz="1200">
                <a:solidFill>
                  <a:srgbClr val="333F4E"/>
                </a:solidFill>
                <a:latin typeface="Calibri"/>
              </a:rPr>
              <a:t>  REST endpoints: scenarios, deployments, agents, attacks, adaptation, AI, CV, LDAP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services/</a:t>
            </a:r>
            <a:r>
              <a:rPr sz="1200">
                <a:solidFill>
                  <a:srgbClr val="333F4E"/>
                </a:solidFill>
                <a:latin typeface="Calibri"/>
              </a:rPr>
              <a:t>  ~32 services: agent_manager, scenario_remediation, cyber_vision, LDAP, health_monitor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protocol_engines/</a:t>
            </a:r>
            <a:r>
              <a:rPr sz="1200">
                <a:solidFill>
                  <a:srgbClr val="333F4E"/>
                </a:solidFill>
                <a:latin typeface="Calibri"/>
              </a:rPr>
              <a:t>  22+ engines + identity builders + adaptive/attacks/process_sim/ambient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mcp_server/</a:t>
            </a:r>
            <a:r>
              <a:rPr sz="1200">
                <a:solidFill>
                  <a:srgbClr val="333F4E"/>
                </a:solidFill>
                <a:latin typeface="Calibri"/>
              </a:rPr>
              <a:t>  JSON-RPC 2.0 + HTTP SSE; ~6.3K LOC of tool implementations for Claude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ai_services/</a:t>
            </a:r>
            <a:r>
              <a:rPr sz="1200">
                <a:solidFill>
                  <a:srgbClr val="333F4E"/>
                </a:solidFill>
                <a:latin typeface="Calibri"/>
              </a:rPr>
              <a:t>  Chat, scenario generation, preview validation; MCP tools exposed to Claude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models/ + alembic/</a:t>
            </a:r>
            <a:r>
              <a:rPr sz="1200">
                <a:solidFill>
                  <a:srgbClr val="333F4E"/>
                </a:solidFill>
                <a:latin typeface="Calibri"/>
              </a:rPr>
              <a:t>  14 async SQLAlchemy models, migrations via Alembic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traffic_generator/</a:t>
            </a:r>
            <a:r>
              <a:rPr sz="1200">
                <a:solidFill>
                  <a:srgbClr val="333F4E"/>
                </a:solidFill>
                <a:latin typeface="Calibri"/>
              </a:rPr>
              <a:t>  EventScheduler, PCAP writer, Celery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43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Notable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48640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Async all the way:</a:t>
            </a:r>
            <a:r>
              <a:rPr sz="1200">
                <a:solidFill>
                  <a:srgbClr val="333F4E"/>
                </a:solidFill>
                <a:latin typeface="Calibri"/>
              </a:rPr>
              <a:t>  FastAPI + asyncpg + httpx; Celery handles CPU/IO-heavy PCAP jobs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Shared engines:</a:t>
            </a:r>
            <a:r>
              <a:rPr sz="1200">
                <a:solidFill>
                  <a:srgbClr val="333F4E"/>
                </a:solidFill>
                <a:latin typeface="Calibri"/>
              </a:rPr>
              <a:t>  Agent Docker build stages protocol_engines from backend — single source of truth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Unified orchestrator:</a:t>
            </a:r>
            <a:r>
              <a:rPr sz="1200">
                <a:solidFill>
                  <a:srgbClr val="333F4E"/>
                </a:solidFill>
                <a:latin typeface="Calibri"/>
              </a:rPr>
              <a:t>  Same code drives PCAP generation and live agent injection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Typed end-to-end:</a:t>
            </a:r>
            <a:r>
              <a:rPr sz="1200">
                <a:solidFill>
                  <a:srgbClr val="333F4E"/>
                </a:solidFill>
                <a:latin typeface="Calibri"/>
              </a:rPr>
              <a:t>  Pydantic 2 on requests/responses; mypy strict; custom PacketArchError hierarchy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Cache layer:</a:t>
            </a:r>
            <a:r>
              <a:rPr sz="1200">
                <a:solidFill>
                  <a:srgbClr val="333F4E"/>
                </a:solidFill>
                <a:latin typeface="Calibri"/>
              </a:rPr>
              <a:t>  FingerprintCache singleton; batched seed via db.add_all(); .in_() for bulk lookups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PacketArch — Architecture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Backend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7375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Frontend — Scenario Studio SPA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React 19 + Vite + @xyflow/react 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00A6A6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14 Primary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548640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ScenarioStudioPage — xyflow canvas (DeviceNode, ZoneNode, FlowEdge)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AIScenarioWizardPage — natural language → scenario via Claude + MCP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GuidedBuilderPage — step-by-step scenario construction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DeploymentsPage — live deployment lifecycle, agent assignment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LiveTrafficDashboardPage — real-time bytes/packets per protocol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CyberVisionPage — device comparison + MAC/IP matching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FingerprintingLibraryPage · CVEBrowserPage · IPManagementPage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SettingsPage — CV, LDAP, agent image builder (admin)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43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State &amp;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48640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15 Zustand stores:</a:t>
            </a:r>
            <a:r>
              <a:rPr sz="1200">
                <a:solidFill>
                  <a:srgbClr val="333F4E"/>
                </a:solidFill>
                <a:latin typeface="Calibri"/>
              </a:rPr>
              <a:t>  auth, scenario, ui, agents, liveDashboard, deployment, attack, history…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TanStack Query:</a:t>
            </a:r>
            <a:r>
              <a:rPr sz="1200">
                <a:solidFill>
                  <a:srgbClr val="333F4E"/>
                </a:solidFill>
                <a:latin typeface="Calibri"/>
              </a:rPr>
              <a:t>  Server state cache, optimistic mutations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Axios client:</a:t>
            </a:r>
            <a:r>
              <a:rPr sz="1200">
                <a:solidFill>
                  <a:srgbClr val="333F4E"/>
                </a:solidFill>
                <a:latin typeface="Calibri"/>
              </a:rPr>
              <a:t>  JWT auto-injection + typed error extraction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Protocol types:</a:t>
            </a:r>
            <a:r>
              <a:rPr sz="1200">
                <a:solidFill>
                  <a:srgbClr val="333F4E"/>
                </a:solidFill>
                <a:latin typeface="Calibri"/>
              </a:rPr>
              <a:t>  Discriminated unions with type guards for 22 protocols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Ant Design dark theme:</a:t>
            </a:r>
            <a:r>
              <a:rPr sz="1200">
                <a:solidFill>
                  <a:srgbClr val="333F4E"/>
                </a:solidFill>
                <a:latin typeface="Calibri"/>
              </a:rPr>
              <a:t>  Consistent component library, form validation via react-hook-form + Zod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Testing:</a:t>
            </a:r>
            <a:r>
              <a:rPr sz="1200">
                <a:solidFill>
                  <a:srgbClr val="333F4E"/>
                </a:solidFill>
                <a:latin typeface="Calibri"/>
              </a:rPr>
              <a:t>  Vitest + jsdom + MSW for API mocking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PacketArch — Architecture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Frontend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7375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Remote Traffic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Phone-home WebSocket model, no inbound 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00A6A6"/>
                </a:solidFill>
                <a:latin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1155680" cy="19202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645920"/>
            <a:ext cx="2560320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Customer Site
PacketArch Agent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49039" y="1965960"/>
            <a:ext cx="4663440" cy="411480"/>
          </a:xfrm>
          <a:prstGeom prst="rightArrow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60020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wss:// /ws/agent?token=…  (outbound 443)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645920"/>
            <a:ext cx="2560320" cy="10058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92024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PacketArch Server
Agent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918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Container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57600"/>
            <a:ext cx="54864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Python 3.12-slim + libpcap + Docker CLI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network_mode: host, CAP_NET_ADMIN / NET_RAW for raw injection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Docker socket mounted → agent self-updates via UPDATE_AGENT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Current version: 1.26.0 (semver gated on protocol_engines changes)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Installed by curl-piped /agent/install.sh from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2918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Protocol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57600"/>
            <a:ext cx="54864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Server → Agent:</a:t>
            </a:r>
            <a:r>
              <a:rPr sz="1200">
                <a:solidFill>
                  <a:srgbClr val="333F4E"/>
                </a:solidFill>
                <a:latin typeface="Calibri"/>
              </a:rPr>
              <a:t>  START / STOP / UPDATE_SCENARIO, ADAPT_TRAFFIC, START/STOP_ATTACK, UPDATE_AGENT, PING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Agent → Server:</a:t>
            </a:r>
            <a:r>
              <a:rPr sz="1200">
                <a:solidFill>
                  <a:srgbClr val="333F4E"/>
                </a:solidFill>
                <a:latin typeface="Calibri"/>
              </a:rPr>
              <a:t>  STATUS, INTERFACES, HEARTBEAT (CPU/mem/version), ERROR, UPDATE_STATUS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Shared code:</a:t>
            </a:r>
            <a:r>
              <a:rPr sz="1200">
                <a:solidFill>
                  <a:srgbClr val="333F4E"/>
                </a:solidFill>
                <a:latin typeface="Calibri"/>
              </a:rPr>
              <a:t>  Docker build stages backend/app/protocol_engines into agent 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PacketArch — Architecture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Remote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7375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Traffic Generation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UnifiedOrchestrator composes five peers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00A6A6"/>
                </a:solidFill>
                <a:latin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3108960"/>
            <a:ext cx="283464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291840"/>
            <a:ext cx="28346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UnifiedOrchestrator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703320"/>
            <a:ext cx="28346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00A6A6"/>
                </a:solidFill>
                <a:latin typeface="Calibri"/>
              </a:rPr>
              <a:t>timed (PCAP) or perpetual (live)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188720"/>
            <a:ext cx="2834640" cy="1188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188720"/>
            <a:ext cx="2834640" cy="36576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216152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Protocol Engines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600200"/>
            <a:ext cx="265176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333F4E"/>
                </a:solidFill>
                <a:latin typeface="Calibri"/>
              </a:rPr>
              <a:t>State machines per flow
(Modbus, S7, EIP, BACnet…)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188720"/>
            <a:ext cx="2834640" cy="1188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9680" y="1188720"/>
            <a:ext cx="2834640" cy="36576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216152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Adaptive 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600200"/>
            <a:ext cx="265176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333F4E"/>
                </a:solidFill>
                <a:latin typeface="Calibri"/>
              </a:rPr>
              <a:t>Micro-variations, drift,
time-of-day shaping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54880"/>
            <a:ext cx="2834640" cy="1188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754880"/>
            <a:ext cx="2834640" cy="365760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782312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Attack Orchestrator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166360"/>
            <a:ext cx="265176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333F4E"/>
                </a:solidFill>
                <a:latin typeface="Calibri"/>
              </a:rPr>
              <a:t>6 playbooks, 15+ Snort/
Suricata-triggering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4754880"/>
            <a:ext cx="2834640" cy="1188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4754880"/>
            <a:ext cx="2834640" cy="365760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4782312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Process Simulation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5166360"/>
            <a:ext cx="265176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333F4E"/>
                </a:solidFill>
                <a:latin typeface="Calibri"/>
              </a:rPr>
              <a:t>ODE models for sensors:
water, power, oil/gas, mfg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4754880"/>
            <a:ext cx="4846320" cy="1188720"/>
          </a:xfrm>
          <a:prstGeom prst="rect">
            <a:avLst/>
          </a:prstGeom>
          <a:solidFill>
            <a:srgbClr val="33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0" y="4754880"/>
            <a:ext cx="48463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4782312"/>
            <a:ext cx="4663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Ambient / Broadcast Ecosystem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166360"/>
            <a:ext cx="46634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LLDP · STP · CDP · DHCP · NTP · IGMP · BACnet Who-Is · PROFINET DCP · SNMP traps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Output swap: PcapOutput(file) for offline PCAPs · LiveOutput(iface) for agent-side injection. Same generation code.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PacketArch — Architecture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Traffic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7375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Protocol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22+ OT / ICS protocols, production-grade state machines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00A6A6"/>
                </a:solidFill>
                <a:latin typeface="Calibri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37490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88720"/>
            <a:ext cx="13716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25296"/>
            <a:ext cx="3474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Modbus TCP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44752"/>
            <a:ext cx="347471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502   ·   Mfg, Utilities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19" y="1188720"/>
            <a:ext cx="37490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19" y="1188720"/>
            <a:ext cx="13716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19" y="1225296"/>
            <a:ext cx="3474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EtherNet/IP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1444752"/>
            <a:ext cx="347471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44818 / 2222   ·   Rockwell, ODVA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8" y="1188720"/>
            <a:ext cx="37490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18" y="1188720"/>
            <a:ext cx="13716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8" y="1225296"/>
            <a:ext cx="3474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PROFINET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8" y="1444752"/>
            <a:ext cx="347471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Layer 2   ·   Siemens, Mfg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755648"/>
            <a:ext cx="37490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1755648"/>
            <a:ext cx="13716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1792224"/>
            <a:ext cx="3474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S7comm / S7+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011680"/>
            <a:ext cx="347471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102   ·   Siemens PLCs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19" y="1755648"/>
            <a:ext cx="37490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19" y="1755648"/>
            <a:ext cx="13716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19" y="1792224"/>
            <a:ext cx="3474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BACnet/IP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19" y="2011680"/>
            <a:ext cx="347471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47808   ·   Building Auto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18" y="1755648"/>
            <a:ext cx="37490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18" y="1755648"/>
            <a:ext cx="13716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18" y="1792224"/>
            <a:ext cx="3474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SNMP / NTCIP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8" y="2011680"/>
            <a:ext cx="347471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161 / 162   ·   All vendors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322576"/>
            <a:ext cx="37490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2322576"/>
            <a:ext cx="13716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2359152"/>
            <a:ext cx="3474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OPC UA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2578608"/>
            <a:ext cx="347471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4840   ·   Modern OT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19" y="2322576"/>
            <a:ext cx="37490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89119" y="2322576"/>
            <a:ext cx="13716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19" y="2359152"/>
            <a:ext cx="3474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DNP3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19" y="2578608"/>
            <a:ext cx="347471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20000   ·   Utilities, SCADA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18" y="2322576"/>
            <a:ext cx="37490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75318" y="2322576"/>
            <a:ext cx="13716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18" y="2359152"/>
            <a:ext cx="3474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IEC 60870-104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18" y="2578608"/>
            <a:ext cx="347471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2404   ·   European utilities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2889504"/>
            <a:ext cx="37490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2889504"/>
            <a:ext cx="13716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2926080"/>
            <a:ext cx="3474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IEC 61850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3145536"/>
            <a:ext cx="347471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102   ·   Substations, GOOSE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19" y="2889504"/>
            <a:ext cx="37490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89119" y="2889504"/>
            <a:ext cx="13716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17719" y="2926080"/>
            <a:ext cx="3474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EtherCAT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7719" y="3145536"/>
            <a:ext cx="347471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Layer 2   ·   Motion control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18" y="2889504"/>
            <a:ext cx="37490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75318" y="2889504"/>
            <a:ext cx="13716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18" y="2926080"/>
            <a:ext cx="3474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FINS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18" y="3145536"/>
            <a:ext cx="347471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9600   ·   Omron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456432"/>
            <a:ext cx="37490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3456432"/>
            <a:ext cx="13716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3493008"/>
            <a:ext cx="3474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CODESYS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3712464"/>
            <a:ext cx="347471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11740   ·   Soft-PLCs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89119" y="3456432"/>
            <a:ext cx="37490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89119" y="3456432"/>
            <a:ext cx="13716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17719" y="3493008"/>
            <a:ext cx="3474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SLMP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17719" y="3712464"/>
            <a:ext cx="347471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2000   ·   Mitsubishi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75318" y="3456432"/>
            <a:ext cx="37490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75318" y="3456432"/>
            <a:ext cx="13716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3918" y="3493008"/>
            <a:ext cx="3474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PCCC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18" y="3712464"/>
            <a:ext cx="347471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44818   ·   Legacy AB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4023360"/>
            <a:ext cx="37490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02920" y="4023360"/>
            <a:ext cx="13716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059936"/>
            <a:ext cx="3474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FANUC RoboGuide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4279392"/>
            <a:ext cx="347471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Custom   ·   Robotics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89119" y="4023360"/>
            <a:ext cx="37490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389119" y="4023360"/>
            <a:ext cx="13716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17719" y="4059936"/>
            <a:ext cx="3474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CDP / LLDP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17719" y="4279392"/>
            <a:ext cx="347471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Layer 2   ·   Discovery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75318" y="4023360"/>
            <a:ext cx="37490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275318" y="4023360"/>
            <a:ext cx="13716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03918" y="4059936"/>
            <a:ext cx="34747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Cloud services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03918" y="4279392"/>
            <a:ext cx="347471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443   ·   EWON, TeamViewer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All engines extend a common base (startup → poll → shutdown) and plug into the identity builder system so each device responds as its real vendor/model.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PacketArch — Architecture Review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Protocols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7375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Device Templates &amp; Fingerprints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Single source of truth in services/device_templates/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00A6A6"/>
                </a:solidFill>
                <a:latin typeface="Calibr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27432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00A6A6"/>
                </a:solidFill>
                <a:latin typeface="Calibri"/>
              </a:rPr>
              <a:t>295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Device templates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188720"/>
            <a:ext cx="27432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261872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00A6A6"/>
                </a:solidFill>
                <a:latin typeface="Calibri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874519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Vendor 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188720"/>
            <a:ext cx="27432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261872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00A6A6"/>
                </a:solidFill>
                <a:latin typeface="Calibri"/>
              </a:rPr>
              <a:t>IEEE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874519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Verified OUIs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188720"/>
            <a:ext cx="27432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261872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00A6A6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874519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Realism dimensions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What a Template Captures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71800"/>
            <a:ext cx="54864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Network signatures (ports, protocols, banner strings)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Protocol identities: sysName, station_name, CIP vendor_id, S7 SZL, BACnet ids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Response timings (RTT, jitter bands) — per protocol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Behavioral patterns (steady / warming-up / maintenance)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Firmware versions derived deterministically from fingerprint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Vendor-aligned MAC OUIs from protocol_engines/vendor_oui.py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060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Realism Guardrails (auto-enforced)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971800"/>
            <a:ext cx="54864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Naming:</a:t>
            </a:r>
            <a:r>
              <a:rPr sz="1200">
                <a:solidFill>
                  <a:srgbClr val="333F4E"/>
                </a:solidFill>
                <a:latin typeface="Calibri"/>
              </a:rPr>
              <a:t>  industrial-appropriate, unique (no device_001)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Protocol accuracy:</a:t>
            </a:r>
            <a:r>
              <a:rPr sz="1200">
                <a:solidFill>
                  <a:srgbClr val="333F4E"/>
                </a:solidFill>
                <a:latin typeface="Calibri"/>
              </a:rPr>
              <a:t>  only vendor-supported protocols per device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Completeness:</a:t>
            </a:r>
            <a:r>
              <a:rPr sz="1200">
                <a:solidFill>
                  <a:srgbClr val="333F4E"/>
                </a:solidFill>
                <a:latin typeface="Calibri"/>
              </a:rPr>
              <a:t>  every device in ≥1 flow; SNMP fallback if no partner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Conduit compliance:</a:t>
            </a:r>
            <a:r>
              <a:rPr sz="1200">
                <a:solidFill>
                  <a:srgbClr val="333F4E"/>
                </a:solidFill>
                <a:latin typeface="Calibri"/>
              </a:rPr>
              <a:t>  cross-zone flows justified by IEC 62443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MAC-vendor alignment:</a:t>
            </a:r>
            <a:r>
              <a:rPr sz="1200">
                <a:solidFill>
                  <a:srgbClr val="333F4E"/>
                </a:solidFill>
                <a:latin typeface="Calibri"/>
              </a:rPr>
              <a:t>  OUI must match declared vendor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PacketArch — Architecture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Templates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7375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AI &amp; MCP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Claude drives scenario generation and assistance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00A6A6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F4E"/>
                </a:solidFill>
                <a:latin typeface="Calibri"/>
              </a:rPr>
              <a:t>Model Context Protocol server exposes ~10 tool modules (6.3K LOC) to Anthropic Claude over HTTP + SSE.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Tool Surface (Claude-callable)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54864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scenario_tools — CRUD scenarios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device_tools / flow_tools — canvas edits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protocol_tools — 1.5K LOC of protocol metadata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fingerprint_tools — vendor/model lookup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validation_tools — readiness + compliance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layout_tools · addressing_tools · external_comm_tools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ai_generation_tools — scenario preview + generation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Where AI Shows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54864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AI Scenario Wizard:</a:t>
            </a:r>
            <a:r>
              <a:rPr sz="1200">
                <a:solidFill>
                  <a:srgbClr val="333F4E"/>
                </a:solidFill>
                <a:latin typeface="Calibri"/>
              </a:rPr>
              <a:t>  NL prompt → fully-formed scenario JSON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Scenario Preview:</a:t>
            </a:r>
            <a:r>
              <a:rPr sz="1200">
                <a:solidFill>
                  <a:srgbClr val="333F4E"/>
                </a:solidFill>
                <a:latin typeface="Calibri"/>
              </a:rPr>
              <a:t>  schema validation + remediation suggestions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AI Assistant:</a:t>
            </a:r>
            <a:r>
              <a:rPr sz="1200">
                <a:solidFill>
                  <a:srgbClr val="333F4E"/>
                </a:solidFill>
                <a:latin typeface="Calibri"/>
              </a:rPr>
              <a:t>  context-aware chat sidebar, MCP tools in-loop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Help system:</a:t>
            </a:r>
            <a:r>
              <a:rPr sz="1200">
                <a:solidFill>
                  <a:srgbClr val="333F4E"/>
                </a:solidFill>
                <a:latin typeface="Calibri"/>
              </a:rPr>
              <a:t>  embedded answers about PacketArch usage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Sanitization layer:</a:t>
            </a:r>
            <a:r>
              <a:rPr sz="1200">
                <a:solidFill>
                  <a:srgbClr val="333F4E"/>
                </a:solidFill>
                <a:latin typeface="Calibri"/>
              </a:rPr>
              <a:t>  redacts secrets, caps response size for context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Keyed by ANTHROPIC_API_KEY in backend .env; OpenAI provider stub exists for fallback.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PacketArch — Architecture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AI / MCP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7375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Key External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00A6A6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749039" cy="4937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3749039" cy="4572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Cisco Cyber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Primary downstream consumer — validation target.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347472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333F4E"/>
                </a:solidFill>
                <a:latin typeface="Calibri"/>
              </a:rPr>
              <a:t>• API client queries CV device inventory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3F4E"/>
                </a:solidFill>
                <a:latin typeface="Calibri"/>
              </a:rPr>
              <a:t>• MAC 100% / IP 95% confidence matching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3F4E"/>
                </a:solidFill>
                <a:latin typeface="Calibri"/>
              </a:rPr>
              <a:t>• Enriches scenario devices with CV metadata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3F4E"/>
                </a:solidFill>
                <a:latin typeface="Calibri"/>
              </a:rPr>
              <a:t>• Config: Settings → Cyber Vision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3749039" cy="4937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34440"/>
            <a:ext cx="3749039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298448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LDAP / Active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78308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Enterprise auth with local fallback.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40280"/>
            <a:ext cx="347472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333F4E"/>
                </a:solidFill>
                <a:latin typeface="Calibri"/>
              </a:rPr>
              <a:t>• ldap3 library; added Apr 2026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3F4E"/>
                </a:solidFill>
                <a:latin typeface="Calibri"/>
              </a:rPr>
              <a:t>• Password validation via LDAP bind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3F4E"/>
                </a:solidFill>
                <a:latin typeface="Calibri"/>
              </a:rPr>
              <a:t>• Group membership mapping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3F4E"/>
                </a:solidFill>
                <a:latin typeface="Calibri"/>
              </a:rPr>
              <a:t>• Falls back to local users when LDAP unreachable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234440"/>
            <a:ext cx="3749039" cy="4937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234440"/>
            <a:ext cx="3749039" cy="457200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298448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Anthropic Claude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178308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Scenario generation + in-product assistant.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240280"/>
            <a:ext cx="347472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333F4E"/>
                </a:solidFill>
                <a:latin typeface="Calibri"/>
              </a:rPr>
              <a:t>• Anthropic SDK 0.79 with MCP tools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3F4E"/>
                </a:solidFill>
                <a:latin typeface="Calibri"/>
              </a:rPr>
              <a:t>• HTTP + Server-Sent Events transport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3F4E"/>
                </a:solidFill>
                <a:latin typeface="Calibri"/>
              </a:rPr>
              <a:t>• Prompt caching supported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3F4E"/>
                </a:solidFill>
                <a:latin typeface="Calibri"/>
              </a:rPr>
              <a:t>• OpenAI SDK present as fallback stub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PacketArch — Architecture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Integrations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7375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Development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Local loop — fast, reproducible, all-ports-on-host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00A6A6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What Runs 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54864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Docker services:</a:t>
            </a:r>
            <a:r>
              <a:rPr sz="1200">
                <a:solidFill>
                  <a:srgbClr val="333F4E"/>
                </a:solidFill>
                <a:latin typeface="Calibri"/>
              </a:rPr>
              <a:t>  postgres:5432 · redis:6379 (via docker-compose.dev.yml)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Backend on host:</a:t>
            </a:r>
            <a:r>
              <a:rPr sz="1200">
                <a:solidFill>
                  <a:srgbClr val="333F4E"/>
                </a:solidFill>
                <a:latin typeface="Calibri"/>
              </a:rPr>
              <a:t>  poetry run uvicorn --reload --port 8001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Frontend on host:</a:t>
            </a:r>
            <a:r>
              <a:rPr sz="1200">
                <a:solidFill>
                  <a:srgbClr val="333F4E"/>
                </a:solidFill>
                <a:latin typeface="Calibri"/>
              </a:rPr>
              <a:t>  pnpm dev (Vite, :3001 or :5173)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Services bind 0.0.0.0:</a:t>
            </a:r>
            <a:r>
              <a:rPr sz="1200">
                <a:solidFill>
                  <a:srgbClr val="333F4E"/>
                </a:solidFill>
                <a:latin typeface="Calibri"/>
              </a:rPr>
              <a:t>  off-box testing from other machines on the LAN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Hot reload:</a:t>
            </a:r>
            <a:r>
              <a:rPr sz="1200">
                <a:solidFill>
                  <a:srgbClr val="333F4E"/>
                </a:solidFill>
                <a:latin typeface="Calibri"/>
              </a:rPr>
              <a:t>  uvicorn --reload + Vite HMR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43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First-time Bootstrap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4864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cd backend &amp;&amp; poetry lock &amp;&amp; poetry install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cd frontend &amp;&amp; pnpm install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cd docker &amp;&amp; docker compose -f docker-compose.dev.yml up -d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Start backend + frontend as above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CORS allowed: localhost:3001, :5173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029200"/>
            <a:ext cx="11155680" cy="13716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7492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Port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4068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333F4E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7607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Calibri"/>
              </a:rPr>
              <a:t>8001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544068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333F4E"/>
                </a:solidFill>
                <a:latin typeface="Calibri"/>
              </a:rPr>
              <a:t>Frontend dev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57607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Calibri"/>
              </a:rPr>
              <a:t>3001 / 5173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544068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333F4E"/>
                </a:solidFill>
                <a:latin typeface="Calibri"/>
              </a:rPr>
              <a:t>Postgres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57607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Calibri"/>
              </a:rPr>
              <a:t>5432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544068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333F4E"/>
                </a:solidFill>
                <a:latin typeface="Calibri"/>
              </a:rPr>
              <a:t>Redis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57607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Calibri"/>
              </a:rPr>
              <a:t>6379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544068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333F4E"/>
                </a:solidFill>
                <a:latin typeface="Calibri"/>
              </a:rPr>
              <a:t>pgAdmin (opt)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57607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Calibri"/>
              </a:rPr>
              <a:t>5050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PacketArch — Architecture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Dev Environment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7375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Production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Same box, same compose file, different .env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00A6A6"/>
                </a:solidFill>
                <a:latin typeface="Calibr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11155680" cy="685800"/>
          </a:xfrm>
          <a:prstGeom prst="rect">
            <a:avLst/>
          </a:prstGeom>
          <a:solidFill>
            <a:srgbClr val="33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Nginx (alpine)  ·  :443 HTTPS with self-signed TLS  ·  HTTP→HTTPS redirect  ·  WebSocket proxy  ·  SPA fallback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5486400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Calibri"/>
              </a:rPr>
              <a:t>backend (internal only)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512064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Uvicorn :8001, not exposed to host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Mounts /var/run/docker.sock for agent image builds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Healthcheck: GET /health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65960"/>
            <a:ext cx="5486400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0574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Calibri"/>
              </a:rPr>
              <a:t>celery_worker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23160"/>
            <a:ext cx="512064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Concurrency 2 — PCAP + deployment jobs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Redis broker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Healthcheck: celery inspect ping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66160"/>
            <a:ext cx="5486400" cy="14630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576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postgres — TimescaleDB 15-alpine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512064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init-db.sql — uuid-ossp, pgcrypto, TimescaleDB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Volume: postgres_data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Healthcheck: pg_isready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566160"/>
            <a:ext cx="5486400" cy="14630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6576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redis — 7-alpine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023360"/>
            <a:ext cx="512064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appendonly yes (AOF persistence)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Volume: redis_data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Celery broker + cache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66360"/>
            <a:ext cx="11155680" cy="12801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3036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Secrets &amp; 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77840"/>
            <a:ext cx="107899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B1F3A"/>
                </a:solidFill>
                <a:latin typeface="Calibri"/>
              </a:rPr>
              <a:t>• server-init.sh:</a:t>
            </a:r>
            <a:r>
              <a:rPr sz="1100">
                <a:solidFill>
                  <a:srgbClr val="333F4E"/>
                </a:solidFill>
                <a:latin typeface="Calibri"/>
              </a:rPr>
              <a:t>  generates POSTGRES_PASSWORD, SECRET_KEY, ADMIN_PASSWORD; chmod 600 .env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B1F3A"/>
                </a:solidFill>
                <a:latin typeface="Calibri"/>
              </a:rPr>
              <a:t>• SSL:</a:t>
            </a:r>
            <a:r>
              <a:rPr sz="1100">
                <a:solidFill>
                  <a:srgbClr val="333F4E"/>
                </a:solidFill>
                <a:latin typeface="Calibri"/>
              </a:rPr>
              <a:t>  auto-generated on first start; regen via volume reset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B1F3A"/>
                </a:solidFill>
                <a:latin typeface="Calibri"/>
              </a:rPr>
              <a:t>• Deploy cmd:</a:t>
            </a:r>
            <a:r>
              <a:rPr sz="1100">
                <a:solidFill>
                  <a:srgbClr val="333F4E"/>
                </a:solidFill>
                <a:latin typeface="Calibri"/>
              </a:rPr>
              <a:t>  docker compose up -d --build [service]  — same host, no orchestrator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PacketArch — Architecture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Prod Environment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7375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GitHub Actions: lint → test → build →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00A6A6"/>
                </a:solidFill>
                <a:latin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2743200" cy="2926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274320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07592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1. Lint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2560320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F4E"/>
                </a:solidFill>
                <a:latin typeface="Calibri"/>
              </a:rPr>
              <a:t>ruff (backend)
eslint + tsc (frontend)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234440"/>
            <a:ext cx="2743200" cy="2926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234440"/>
            <a:ext cx="274320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307592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2.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920240"/>
            <a:ext cx="2560320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F4E"/>
                </a:solidFill>
                <a:latin typeface="Calibri"/>
              </a:rPr>
              <a:t>pytest (SQLite in-mem)
vitest + jsdom + MSW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234440"/>
            <a:ext cx="2743200" cy="2926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234440"/>
            <a:ext cx="2743200" cy="502920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307592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3.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920240"/>
            <a:ext cx="2560320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F4E"/>
                </a:solidFill>
                <a:latin typeface="Calibri"/>
              </a:rPr>
              <a:t>docker compose build --no-cache
up -d + /health check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234440"/>
            <a:ext cx="2743200" cy="2926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1234440"/>
            <a:ext cx="2743200" cy="502920"/>
          </a:xfrm>
          <a:prstGeom prst="rect">
            <a:avLst/>
          </a:prstGeom>
          <a:solidFill>
            <a:srgbClr val="33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307592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4. 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920240"/>
            <a:ext cx="2560320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F4E"/>
                </a:solidFill>
                <a:latin typeface="Calibri"/>
              </a:rPr>
              <a:t>SSH rsync → target host
docker compose up -d --build
health loop 30×10s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389120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Gates &amp; Guardrails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754880"/>
            <a:ext cx="111556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Backend coverage threshold: 50% (pytest-cov)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CI uses SQLite in-memory DB — no external Postgres needed for unit tests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Deploy via rsync over SSH; secrets from GitHub Actions (SSH_HOST, SSH_PRIVATE_KEY, POSTGRES_PASSWORD, SECRET_KEY, ADMIN_PASSWORD)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Pre-commit hooks locally (ruff, black, mypy, type-check)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Agent version bump is a code convention enforced by review, not CI — candidate for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PacketArch — Architecture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CI/CD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7375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Strengths &amp;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Balanced view for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286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00A6A6"/>
                </a:solidFill>
                <a:latin typeface="Calibr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5120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88720"/>
            <a:ext cx="5486400" cy="5029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61872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512064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Modern, single-version stack across tiers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Strong separation: canvas → orchestrator → engines → identity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Shared protocol engines across backend and agent (one source of truth)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Realism enforced by design: naming, protocols, MAC OUIs, IEC 62443 conduits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AI is additive — product works fully without Claude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Async end-to-end; TimescaleDB ready for time-series scale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Agent phone-home model trivial to deploy behind customer firewalls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188720"/>
            <a:ext cx="5486400" cy="5120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188720"/>
            <a:ext cx="5486400" cy="502920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261872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Considerations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828800"/>
            <a:ext cx="512064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Single compose file for dev &amp; prod — context drift risk; consider split compose + overrides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Self-signed TLS in prod — fine for lab, blocker for enterprise; Let's Encrypt / cert mount path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Monolith backend (25+ routers) — fine today, watch for slow test/startup over time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Deploy = rsync + docker compose — no blue/green, no rollback target; consider image registry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Agent version bump is a manual convention — add CI check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Docker socket mounted into backend — capable but high-blast-radius; document threat model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F4E"/>
                </a:solidFill>
                <a:latin typeface="Calibri"/>
              </a:rPr>
              <a:t>• Secrets in .env on host — rotate story and backup story worth a slide of their 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PacketArch — Architecture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Strengths &amp; Considerations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089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00A6A6"/>
                </a:solidFill>
                <a:latin typeface="Calibri"/>
              </a:rPr>
              <a:t>PacketArch is a coherent, modern, single-box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49039"/>
            <a:ext cx="109728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Canvas-first UX · Async Python backend · 22+ OT protocols · 295 device templates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Same engine code drives PCAP generation and live agent injection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Realism is enforced, not optional — readiness gates every scenario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Claude + MCP add natural-language scenario building without becoming load-bearing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Prod = docker compose on a single host; next step is registry-based deploy + real TLS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09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github.com/ip-aegis/PacketArch  ·  Architecture Review  ·  2026-04-24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